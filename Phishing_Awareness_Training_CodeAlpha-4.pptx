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BDC3C7"/>
                </a:solidFill>
              </a:rPr>
              <a:t>CYBERSECURITY AWARENESS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PHISHING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AWARENESS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TRAINING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DC3C7"/>
                </a:solidFill>
              </a:rPr>
              <a:t>Identify · Protect · Prevent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Presented by  Ayesha Minhaj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548640"/>
            <a:ext cx="2560320" cy="2560320"/>
          </a:xfrm>
          <a:prstGeom prst="ellipse">
            <a:avLst/>
          </a:prstGeom>
          <a:solidFill>
            <a:srgbClr val="C0392B">
              <a:alpha val="15000"/>
            </a:srgbClr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914400"/>
            <a:ext cx="1828800" cy="1828800"/>
          </a:xfrm>
          <a:prstGeom prst="ellipse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3716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🎣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3.4B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873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DC3C7"/>
                </a:solidFill>
              </a:rPr>
              <a:t>Phishing Emails/Day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1460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90%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4873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DC3C7"/>
                </a:solidFill>
              </a:rPr>
              <a:t>Breaches Start Here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$4.9B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873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DC3C7"/>
                </a:solidFill>
              </a:rPr>
              <a:t>Annual Losses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9516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1 in 99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4873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DC3C7"/>
                </a:solidFill>
              </a:rPr>
              <a:t>Emails is Phishing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PHISHING?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0D1B2A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 cyberattack where criminals disguise themselves as trusted sources to steal sensitive information — passwords, credit card numbers, or personal data — by tricking victims into clicking malicious links or opening fake attachments.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731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📧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0352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Email Phishing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816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Mass fake emails from spoofed addresses. Most common type.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011680"/>
            <a:ext cx="731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64992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Smishing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64992" y="2816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SMS-based phishing. Fake bank alerts, prize notifications.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011680"/>
            <a:ext cx="731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0848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99632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Vishing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99632" y="28163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Voice call phishing. Fake tech support or bank calls.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37560"/>
            <a:ext cx="731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410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0352" y="3867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Spear Phishing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1422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Targeted attack on a specific person using personal info.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333756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337560"/>
            <a:ext cx="731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410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🐋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364992" y="3867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Whaling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64992" y="41422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Targets CEOs and executives. High-value individuals.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333756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3337560"/>
            <a:ext cx="73152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3410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199632" y="3867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Pharming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9632" y="41422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Redirects users to fake websites even with correct URL.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TO RECOGNIZE A PHISHING EMAIL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420624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503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📧  Suspicious Email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8D"/>
                </a:solidFill>
              </a:rPr>
              <a:t>From: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07008" y="1280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security@paypa1-support.com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43400" y="1280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8D"/>
                </a:solidFill>
              </a:rPr>
              <a:t>To: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07008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</a:rPr>
              <a:t>you@gmail.com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18653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8D"/>
                </a:solidFill>
              </a:rPr>
              <a:t>Subject: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07008" y="1865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</a:rPr>
              <a:t>URGENT: Your account will be closed!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43400" y="186537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67128"/>
            <a:ext cx="40233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4028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Dear Valued Customer,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240487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56946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We have detected suspicious activity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27340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on your account. Your account will be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28986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</a:rPr>
              <a:t>SUSPENDED within 24 hours unless you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0632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verify your identity immediately.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2278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3924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98DB"/>
                </a:solidFill>
              </a:rPr>
              <a:t>Click here → http://paypa1-login.xyz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5570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372160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Do not ignore this message.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388620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2A"/>
                </a:solidFill>
              </a:rPr>
              <a:t>PayPal Security Team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🚩  RED FLAGS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123444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19472" y="126187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21808" y="126187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Suspicious sender domain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21808" y="149047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'paypa1' not 'paypal'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1847088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19472" y="187452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21808" y="1874520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Urgency &amp; fear tactics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21808" y="210312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'24 hours', 'SUSPENDED'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2459736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19472" y="248716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21808" y="2487168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Suspicious link URL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21808" y="271576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'paypa1-login.xyz' is fake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3072384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19472" y="309981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21808" y="3099816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Generic greeting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21808" y="33284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'Dear Valued Customer'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685032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919472" y="371246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😰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21808" y="3712464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Threatening language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21808" y="394106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'Do not ignore this message'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46320" y="4297680"/>
            <a:ext cx="402336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919472" y="432511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🔤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321808" y="4325112"/>
            <a:ext cx="3429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Spelling/grammar errors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21808" y="45537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Check every word carefully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TO IDENTIFY FAKE WEBSITES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60520" cy="4069080"/>
          </a:xfrm>
          <a:prstGeom prst="rect">
            <a:avLst/>
          </a:prstGeom>
          <a:solidFill>
            <a:srgbClr val="F0FFF4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41605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5039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REAL WEBSITE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3886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</a:rPr>
              <a:t>https://www.paypal.com/login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✓  https:// in URL (padlock icon)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768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✓  Exact correct domain 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✓  Professional design &amp; layout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✓  No spelling errors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✓  Clear contact information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✓  Privacy policy present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0599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</a:rPr>
              <a:t>✓  Consistent branding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822960"/>
            <a:ext cx="4160520" cy="4069080"/>
          </a:xfrm>
          <a:prstGeom prst="rect">
            <a:avLst/>
          </a:prstGeom>
          <a:solidFill>
            <a:srgbClr val="FFF5F5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822960"/>
            <a:ext cx="41605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85039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FAKE WEBSITE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37760" y="1417320"/>
            <a:ext cx="38862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14447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</a:rPr>
              <a:t>http://paypa1-login.secure-verify.xyz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8348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  http:// only (no padlock)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22768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  Misspelled domain (paypa1.com)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  Poor design, broken images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  Grammar/spelling mistakes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33467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  No contact information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703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  Missing privacy policy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40599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</a:rPr>
              <a:t>✗  Inconsistent fonts/colors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SOCIAL ENGINEERING TACTICS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8892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URGENCY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Creates time pressure. 'Act NOW or lose access!' Forces you to skip thinking.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868680"/>
            <a:ext cx="278892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0058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😨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33088" y="1051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FEAR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Triggers panic. 'Your account has been hacked!' Makes you act without verifying.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868680"/>
            <a:ext cx="278892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5936" y="10058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077456" y="1051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TRUST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Impersonates known brands, colleagues, or authority figures to gain confidence.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78892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632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🎁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GREED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8862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'You won a prize!' Offers too-good-to-be-true rewards to lure victims in.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64408" y="2926080"/>
            <a:ext cx="278892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1568" y="30632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401568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133088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AUTHORITY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01568" y="38862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Pretends to be CEO, IT department, or government to demand compliance.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08776" y="2926080"/>
            <a:ext cx="278892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5936" y="306324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77456" y="3108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FAMILIARITY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45936" y="38862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</a:rPr>
              <a:t>Uses personal info from social media to make messages feel legitimate.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REAL WORLD PHISHING EXAMPLES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73152" cy="12984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64008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2016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896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Google &amp; Facebook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896112"/>
            <a:ext cx="2834640" cy="292608"/>
          </a:xfrm>
          <a:prstGeom prst="rect">
            <a:avLst/>
          </a:prstGeom>
          <a:solidFill>
            <a:srgbClr val="C0392B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8961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Loss: $100 Million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261872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Fake invoices sent impersonating a hardware vendor. Employees wired money to attacker accounts over 2 years.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88720" y="169164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💡 Lesson: Always verify wire transfer requests through a second communication channel.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240280"/>
            <a:ext cx="850392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40280"/>
            <a:ext cx="73152" cy="12984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31720"/>
            <a:ext cx="64008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317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3134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Twitter (Now X)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2313432"/>
            <a:ext cx="2834640" cy="292608"/>
          </a:xfrm>
          <a:prstGeom prst="rect">
            <a:avLst/>
          </a:prstGeom>
          <a:solidFill>
            <a:srgbClr val="C0392B">
              <a:alpha val="1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806440" y="23134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Loss: 130 Accounts Hijacked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679192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Attackers used phone spear phishing on Twitter employees to gain admin access. Celebrity accounts compromised.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88720" y="310896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💡 Lesson: Even tech giants are vulnerable. Employee training is critical.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657600"/>
            <a:ext cx="850392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57600"/>
            <a:ext cx="73152" cy="12984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749040"/>
            <a:ext cx="64008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490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3730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Uber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60720" y="3730752"/>
            <a:ext cx="2834640" cy="292608"/>
          </a:xfrm>
          <a:prstGeom prst="rect">
            <a:avLst/>
          </a:prstGeom>
          <a:solidFill>
            <a:srgbClr val="C0392B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806440" y="3730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Loss: Full Internal System Access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096512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Attacker texted an Uber employee pretending to be IT support. Employee gave MFA code. Full system compromised.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88720" y="4526280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</a:rPr>
              <a:t>💡 Lesson: Never share OTP or MFA codes. IT will never ask for them.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BEST PRACTICES — STAY PROTECTED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Always verify sender's email address carefully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92808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92808"/>
            <a:ext cx="64008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842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Hover over links before clicking — check the real URL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16936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16936"/>
            <a:ext cx="64008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083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3081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Enable Two-Factor Authentication (2FA) on all accounts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41064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41064"/>
            <a:ext cx="64008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3250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📵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41056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Never share OTP, passwords, or MFA codes with anyone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868680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868680"/>
            <a:ext cx="64008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960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10332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Keep software, browser, and antivirus always updated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892808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892808"/>
            <a:ext cx="64008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98424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0" y="2057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Verify unexpected requests via phone call directly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916936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916936"/>
            <a:ext cx="64008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008376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0" y="30815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Think before you click — urgency is a manipulation tactic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941064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941064"/>
            <a:ext cx="64008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4032504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486400" y="41056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Use a password manager and unique passwords per site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⚡  INTERACTIVE QUIZ — TEST YOUR KNOWLEDGE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1298448"/>
          </a:xfrm>
          <a:prstGeom prst="rect">
            <a:avLst/>
          </a:prstGeom>
          <a:solidFill>
            <a:srgbClr val="1B2A3B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C40F"/>
                </a:solidFill>
              </a:rPr>
              <a:t>Q1. You receive an email from 'support@paypa1.com' asking for your password. What do you do?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A) Enter your password immediately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2344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B) Delete it — it's phishing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C) Reply asking for more info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4904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D) Forward to friends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10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7AE60"/>
                </a:solidFill>
              </a:rPr>
              <a:t>✅ B) Delete it — 'paypa1' is a misspelled domain. Never share your password.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8595360" cy="1298448"/>
          </a:xfrm>
          <a:prstGeom prst="rect">
            <a:avLst/>
          </a:prstGeom>
          <a:solidFill>
            <a:srgbClr val="1B2A3B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860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C40F"/>
                </a:solidFill>
              </a:rPr>
              <a:t>Q2. A website URL shows 'http://' instead of 'https://'. What does this mean?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A) The site is faster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B) It's a government site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C) Connection is NOT encrypted — dangerous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29077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D) Nothing, it's the same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2278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7AE60"/>
                </a:solidFill>
              </a:rPr>
              <a:t>✅ C) No HTTPS means no encryption. Avoid entering any sensitive data.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639312"/>
            <a:ext cx="8595360" cy="1298448"/>
          </a:xfrm>
          <a:prstGeom prst="rect">
            <a:avLst/>
          </a:prstGeom>
          <a:solidFill>
            <a:srgbClr val="1B2A3B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033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1C40F"/>
                </a:solidFill>
              </a:rPr>
              <a:t>Q3. Which of these is a social engineering tactic used in phishing?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A) Offering genuine discounts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0690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B) Creating urgency and fear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325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C) Providing clear terms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43251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</a:rPr>
              <a:t>D) Using official phone numbers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7AE60"/>
                </a:solidFill>
              </a:rPr>
              <a:t>✅ B) Urgency and fear stop you from thinking critically. Always pause and verify.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9418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Phishing is the #1 entry point for cyberattacks worldwide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165506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Always verify sender addresses and check URLs before clicking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40864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40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3682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Urgency, fear, and authority are manipulation — pause and think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308152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Enable 2FA and never share OTP codes with anyone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67328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37947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When in doubt — don't click. Report suspicious emails to 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46227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Stay Alert. Stay Safe. Think Before You Click.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— Ayesha Minhaj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Ayesha Minhaj</dc:creator>
  <cp:lastModifiedBy>Ayesha Minhaj</cp:lastModifiedBy>
  <cp:revision>1</cp:revision>
  <dcterms:created xsi:type="dcterms:W3CDTF">2026-05-26T10:59:10Z</dcterms:created>
  <dcterms:modified xsi:type="dcterms:W3CDTF">2026-05-26T10:59:10Z</dcterms:modified>
</cp:coreProperties>
</file>